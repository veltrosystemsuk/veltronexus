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pic>
        <p:nvPicPr>
          <p:cNvPr id="3" name="Image 0" descr="F:\Shaun\Desktop\NEXUS\client\public\images\sterling-commercial-finance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329184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portal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walkthrough for David Griffiths.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Recommend. Check. Send. Nothing else.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Limited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job, in three words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packages the file. You are the last human in the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80160"/>
            <a:ext cx="269748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adviser commentary on the file. It lives only in this portal — not in the main Nexus credit studio.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80160"/>
            <a:ext cx="269748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compiled funding proposal. See every document. Missing items are flagged. You decide whether to proceed.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80160"/>
            <a:ext cx="269748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FFE, CWRT, BCRS or First Enterprise. Download the completed pack. You email the lender.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file lands on your desk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wait for someone to email you a PDF. When the pack is ready, it appears.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72184"/>
            <a:ext cx="457200" cy="457200"/>
          </a:xfrm>
          <a:prstGeom prst="ellipse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624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7335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compiled: report, accounts, statements, checklist.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8321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523744"/>
            <a:ext cx="457200" cy="457200"/>
          </a:xfrm>
          <a:prstGeom prst="ellipse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4140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handoff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7249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packaging is ready, the file is created for you. No extra click.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337560"/>
            <a:ext cx="83210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575304"/>
            <a:ext cx="457200" cy="457200"/>
          </a:xfrm>
          <a:prstGeom prst="ellipse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46557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76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sign in. The company is on the cases list, with flags if anything is missing.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login: Cases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Sterling look as today. No new case, no rename, no delete. Open a file and work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832104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208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Harbour Bakery Ltd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2585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recommendation  ·  2 flags  ·  26 Aug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21122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51760"/>
            <a:ext cx="78638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7066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Northridge Haulage Ltd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9443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FFE  ·  25 Aug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7980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924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 &amp; River Ltd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63016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Nexus  ·  chasing proof of address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4838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on the left. The real Nexus funding proposal on the right.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063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— your job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for anything missing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checklist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box (yours alone)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Nexus, if the file is not 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23444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37160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— the compiled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783080"/>
            <a:ext cx="4663440" cy="38404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783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22860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report Nexus produces: company facts, CAMPARI, bank conduct, historic numbers.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stays “Awaiting recommendation” until you write it. You never type inside the report body.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items are flagged — not blocking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still Approve. Gaps ride with the pack so the lender (and you) can see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years accounts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bank statements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2402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ID — directors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address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1546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certificates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6118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069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371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worth sending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828800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Return to Nexus. Add a short note — for example “need proof of address and insurance.” The file goes back. When the pack is complete again, it reappears on your list as awaiting recommendation.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is yours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only in this portal. Not stored on the main Nexus credit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78638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Supportable subject to updated proof of address. Serviceability is adequate on current bank conduct. Recommend proceed to FFE.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Approve, this text is stamped into section 8 of the PDF that goes in the lender zip. It is not written back into Nexus Credit Studio.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pick a lender → download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cards. Same checklist on each. One 220px Send button.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0299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pic>
        <p:nvPicPr>
          <p:cNvPr id="6" name="Image 0" descr="F:\Shaun\Desktop\NEXUS\client\public\images\sterling-lenders\f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" y="1371600"/>
            <a:ext cx="1691640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3776" y="222199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Loan Application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" y="26791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 stamped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3776" y="304495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supporting files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0352" y="3822192"/>
            <a:ext cx="1691640" cy="34747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42032" y="1170432"/>
            <a:ext cx="20299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pic>
        <p:nvPicPr>
          <p:cNvPr id="13" name="Image 1" descr="F:\Shaun\Desktop\NEXUS\client\public\images\sterling-lenders\cw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88336" y="1371600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70048" y="222199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Loan Application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70048" y="26791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 stamped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70048" y="304495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supporting files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706624" y="3822192"/>
            <a:ext cx="1691640" cy="34747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06624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718304" y="1170432"/>
            <a:ext cx="20299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pic>
        <p:nvPicPr>
          <p:cNvPr id="20" name="Image 2" descr="F:\Shaun\Desktop\NEXUS\client\public\images\sterling-lenders\bc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64608" y="1371600"/>
            <a:ext cx="169164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222199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Loan Application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 stamped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46320" y="304495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supporting files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82896" y="3822192"/>
            <a:ext cx="1691640" cy="34747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82896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94576" y="1170432"/>
            <a:ext cx="202996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pic>
        <p:nvPicPr>
          <p:cNvPr id="27" name="Image 3" descr="F:\Shaun\Desktop\NEXUS\client\public\images\sterling-lenders\firsten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40880" y="1371600"/>
            <a:ext cx="1737360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2221992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Loan Application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022592" y="267919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 stamped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022592" y="304495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supporting files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059168" y="3822192"/>
            <a:ext cx="1691640" cy="34747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059168" y="382219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download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for that lender. You email it. Nexus does not mail the lender yet — emails and APIs will sit in Settings.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91440" cy="731520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618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application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FFE Word, CWRT Excel, BCRS PDF, or First Enterprise v10 + plan + cash-flow. Filled from the Nexus file. Blank stays blank.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91440" cy="731520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848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proposal.pdf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report with your recommendation stamped in section 8, for that copy only.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834640"/>
            <a:ext cx="91440" cy="731520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07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already uploaded: accounts, statements, ID, and the rest.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8321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57600"/>
            <a:ext cx="91440" cy="731520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307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STILL-MISSING.txt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005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flags remain. So you and the lender can see the gaps.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later wiring, ready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lender has a contact email and optional API. Saved in this module. Send still downloads a zip until we connect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299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4630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for Enterprise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" y="22402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245059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enquiries@…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971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 / 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200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not live yet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42032" y="1280160"/>
            <a:ext cx="20299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048" y="14630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70048" y="22402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0048" y="245059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enquiries@…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2971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 / 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0048" y="3200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not live yet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18304" y="1280160"/>
            <a:ext cx="20299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4630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45059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enquiries@…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971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 / key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not live yet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94576" y="1280160"/>
            <a:ext cx="202996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22592" y="14630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Enterprise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22592" y="224028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22592" y="2450592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enquiries@…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2971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URL / key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2592" y="32004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not live yet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not see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9494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the whole of Nexus. After login you only have this portal.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leads, or the underwriting studio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borrower’s numbers or the CAMPARI write-up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 deleting cases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3154680"/>
            <a:ext cx="8321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  <a:effectLst>
            <a:outerShdw sx="100000" sy="100000" kx="0" ky="0" algn="bl" rotWithShape="0" blurRad="101600" dist="25400" dir="8100000">
              <a:srgbClr val="10233F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54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missing documents (Nexus chases those)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23A66"/>
          </a:solidFill>
          <a:ln w="12700">
            <a:solidFill>
              <a:srgbClr val="12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28032"/>
            <a:ext cx="6400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COMMERCIAL FINANCE  ·  Confidential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4828032"/>
            <a:ext cx="12801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Nexus portal — a walkthrough for David</dc:title>
  <dc:subject>How the Sterling file portal works</dc:subject>
  <dc:creator>Sterling Commercial Finance Limited</dc:creator>
  <cp:lastModifiedBy>Sterling Commercial Finance Limited</cp:lastModifiedBy>
  <cp:revision>1</cp:revision>
  <dcterms:created xsi:type="dcterms:W3CDTF">2026-08-26T11:43:13Z</dcterms:created>
  <dcterms:modified xsi:type="dcterms:W3CDTF">2026-08-26T11:43:13Z</dcterms:modified>
</cp:coreProperties>
</file>